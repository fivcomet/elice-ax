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문의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3F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안내로 해결</c:v>
                </c:pt>
                <c:pt idx="1">
                  <c:v>출동·기타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목록
[1] 서울경제, LG전자 AICC 고도화, 2026.5.27 https://www.sedaily.com/article/20048583
[2] 한국경제, LG전자 AI 원격진단, 2026.7.1 https://www.hankyung.com/article/2026070187531
[3] 파이낸셜뉴스, KT AI 보이스봇 상담, 2026.9.15 https://www.fnnews.com/news/202609150911560786
[4] 이데일리(네이트), 삼성전자 AI 상담 기록 자동화, 2026.5.29 https://m.news.nate.com/view/20260529n27878
[5] 뉴시스, 코웨이 챗봇 코담 출시, 2023.7.31 https://www.newsis.com/view/NISX20230731_0002396845
[6] Klarna 도입·방침 수정 경과(Bloomberg 인터뷰 2025.5.8 인용) https://mirai360.ai/blog/problem-series-deploy-then-reverse/
[7] 채널톡 공지, ALF v2 업데이트(과금 변경) https://docs.channel.io/updates/ko/articles/중요-공지-ALF-v2-업데이트-영향-미리보기--a515d101
[8] 네이트 뉴스, 한국노총 AICC 시민 조사, 2026.1.22 https://m.news.nate.com/view/20260122n29326
[9] SK AX 인사이트, AI 기본법 시행 핵심 내용, 2026.3.6 https://www.skax.co.kr/insight/trend/3666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AI 업무 자동화 아이디어 공모전  |  고장 문의 1차 안내 AI 도입 제안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AI 업무 자동화 아이디어 공모전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고장 문의 1차 안내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AI 도입 제안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77724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886200"/>
            <a:ext cx="77724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사람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3886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정해진 안내는 AI가, 판단과 응대는 사람이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VAN 대리점 기술지원  |  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제안 요약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직원 대체가 아니라, 반복 안내 자동화 + 사람 연결 보장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6944"/>
            </a:avLst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96596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자주 오는 고장 증상 5가지의 1차 조치 안내를 AI가 지식 DB로 처리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6944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432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74320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문의의 약 75%가 정해진 순서로 해결되는데, 매번 사람이 즉시 답하다 실수와 불필요 출동 발생 [체감]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658368"/>
          </a:xfrm>
          <a:prstGeom prst="roundRect">
            <a:avLst>
              <a:gd name="adj" fmla="val 6944"/>
            </a:avLst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20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How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52044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2주 측정 → 직원용 가이드 1개월 → 카카오톡 챗봇 파일럿 2~3개월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658368"/>
          </a:xfrm>
          <a:prstGeom prst="roundRect">
            <a:avLst>
              <a:gd name="adj" fmla="val 6944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976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기대 효과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429768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반복 안내·오안내·불필요 출동 감소, 업무시간 외 직원 휴식 확보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749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요청 사항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507492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2주 측정 협조 · 직원용 가이드 시범 운영 승인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현재 업무 흐름: 모든 안내가 직원 기억에 의존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69164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문의 수신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전화·문자·업무폰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2344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234440"/>
            <a:ext cx="169164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증상 파악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경험으로 판단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2344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1234440"/>
            <a:ext cx="169164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조치 안내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기억에 의존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12344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34440"/>
            <a:ext cx="169164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출동 판단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즉답 압박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12344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1234440"/>
            <a:ext cx="169164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출동 전달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사무실 → 현장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12344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921240" y="1234440"/>
            <a:ext cx="169164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기록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밴드·엑셀·카톡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색 칠한 단계 = 병목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29718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병목 1  기억 의존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매번 처음부터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526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같은 증상도 처음부터 다시 안내.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직원마다 안내가 다름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297680" y="29718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병목 2  즉답 압박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오안내 ·</a:t>
            </a:r>
            <a:br>
              <a:rPr lang="en-US" sz="2600" b="1" dirty="0">
                <a:solidFill>
                  <a:schemeClr val="accent1"/>
                </a:solidFill>
              </a:rPr>
            </a:br>
            <a:r>
              <a:rPr lang="en-US" sz="2600" b="1" dirty="0">
                <a:solidFill>
                  <a:schemeClr val="accent1"/>
                </a:solidFill>
              </a:rPr>
              <a:t>불필요 방문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526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전화로 바로 답하다 "지금 가겠다"고 약속. 전화로 될 문제도 방문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46720" y="29718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2104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병목 3  업무시간 외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32104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주 약 20회</a:t>
            </a:r>
            <a:endParaRPr lang="en-US" sz="26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4526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밤·주말에도 연락. 긴급 조치가 어렵고 직원 휴식 침해 [체감]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사례: 사무실이 "전원이 안 들어온다"는 연락만 받고 출동을 지시했는데, 가 보니 전화로 해결할 수 있는 문제였음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업무 비중: 문의의 약 75%는 안내만으로 해결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698480" y="457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[체감]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4572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463040" y="2697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75%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안내로 해결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32588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약 50건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하루 사무실 전화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132588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1540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약 15건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하루 현장 업무폰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0" y="292608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9788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주 약 20회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업무시간 외 문의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0" y="292608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1540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약 50%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재문의 비율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4572000"/>
            <a:ext cx="585216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97880" y="45720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업무시간 외 문의와 안내형 문의 대부분이 같은 증상 5가지.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재문의는 연락하는 가맹점에만 집중된다.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모든 수치는 작성자의 현장 근무 경험(1년 3개월) 기반 체감값. 2주 사전 측정으로 실측값 대체 예정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증상 TOP 5: 순서만 정해 두면 누구나 안내 가능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60320"/>
                <a:gridCol w="329184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증상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1단계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2단계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3단계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화면이 안 나와요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전원 코드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선 연결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방전시키기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영수증이 안 나와요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용지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이물질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프린트 테스트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네트워크 오류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재부팅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랜선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공유기 재부팅 및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삼성페이 인식 오류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MS 카드로 인식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카드를 물티슈로 감싸 리더기에 왕복 세척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재부팅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터치가 안 돼요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재부팅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액정 세척 후 재부팅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방전시키기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892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이 표가 AI 지식 DB의 첫 버전이다.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지금은 현장 직원 머릿속에만 있는 순서를 문서로 옮기는 것이 첫걸음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타사 사례: 정해진 유형은 AI가, 판단은 사람이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384048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기업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적용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핵심 성과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출처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LG전자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원격진단 + AI 상담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불필요 출장 32~37% 감소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[1][2] 2026.5~7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보이스봇 장애 원격 조치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상담사 연결 없이 완결 약 75%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[3] 2026.9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삼성전자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상담 기록 요약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기록 5~10분 → 10초 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[4] 2026.5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코웨이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카카오톡 AS 챗봇 "코담"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성과 미공개 (국내 카카오톡 AS 선례)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[5] 2023.7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02336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교훈 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대기업 성과는 기기 원격 데이터 기반 →</a:t>
            </a:r>
            <a:br>
              <a:rPr lang="en-US" sz="1500" b="1" dirty="0">
                <a:solidFill>
                  <a:schemeClr val="accent1"/>
                </a:solidFill>
              </a:rPr>
            </a:br>
            <a:r>
              <a:rPr lang="en-US" sz="1500" b="1" dirty="0">
                <a:solidFill>
                  <a:schemeClr val="accent1"/>
                </a:solidFill>
              </a:rPr>
              <a:t>우리는 증상 문답형 안내부터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402336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교훈 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Klarna: 대체율 집중 → 품질 저하로</a:t>
            </a:r>
            <a:br>
              <a:rPr lang="en-US" sz="1500" b="1" dirty="0">
                <a:solidFill>
                  <a:schemeClr val="accent1"/>
                </a:solidFill>
              </a:rPr>
            </a:br>
            <a:r>
              <a:rPr lang="en-US" sz="1500" b="1" dirty="0">
                <a:solidFill>
                  <a:schemeClr val="accent1"/>
                </a:solidFill>
              </a:rPr>
              <a:t>사람 상담원 채용 재개 → 처음부터 사람 연결 보장[6]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[1] 서울경제 2026.5.27  [2] 한국경제 2026.7.1  [3] 파이낸셜뉴스 2026.9.15  [4] 이데일리 2026.5.29  [5] 뉴시스 2023.7.31  [6] Bloomberg 2025.5.8 인용 · 회사 발표 기준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제안 흐름: AI가 1차 안내, 사람은 판단과 응대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286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61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담당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188720"/>
            <a:ext cx="228600" cy="228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161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사람 담당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 24시간 접수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103120" cy="12344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659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카카오톡으로 문의 접수, 가맹점·장비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10312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전화 문의는 기존대로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 증상 문답·안내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88920" y="1965960"/>
            <a:ext cx="2103120" cy="12344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19659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5가지 중 분류 → 지식 DB 순서대로 안내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88920" y="3337560"/>
            <a:ext cx="210312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지식 DB 작성·갱신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 직원용 가이드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965960"/>
            <a:ext cx="2103120" cy="12344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9659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증상 입력 시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안내 순서를 화면에 표시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3337560"/>
            <a:ext cx="210312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화면 보며 순서대로 안내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 출동 전 체크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69480" y="1965960"/>
            <a:ext cx="2103120" cy="12344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19659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5가지 조치를 거쳤는지 확인·정리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69480" y="3337560"/>
            <a:ext cx="210312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출동 최종 결정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 기록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09760" y="1965960"/>
            <a:ext cx="2103120" cy="12344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46920" y="19659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대화 요약·처리 결과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자동 기록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9760" y="3337560"/>
            <a:ext cx="210312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469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요약 확인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7772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 사람 연결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안전 증상(연기·발열·타는 냄새)·불만·반복 고장·연결 요청 → 즉시 연결, AI가 시도한 조치 요약 전달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업무시간 외 미해결 → 다음 영업일 우선 처리로 접수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도구 구성: 직원용 가이드봇으로 작게 시작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737360" cy="96012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고객 접점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234440"/>
            <a:ext cx="5760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12344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채널톡 카카오톡 상담톡 ·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전화는 기존 유지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2344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플랜 구독료(견적 확인)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737360" cy="96012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엔진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2331720"/>
            <a:ext cx="5760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23317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채널톡 ALF +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지식 DB(증상 5가지 조치 순서)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317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상담 참여당 500원[1]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737360" cy="96012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29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직원용 가이드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77440" y="3429000"/>
            <a:ext cx="5760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34290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노코드 챗봇 빌더(Agent Builder 등)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4290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무료~저가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737360" cy="96012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526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기록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77440" y="4526280"/>
            <a:ext cx="5760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452628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가맹점 관리 시스템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(Python·Flask 자체 제작 중)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4526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자체 제작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1234440"/>
            <a:ext cx="3246120" cy="4251960"/>
          </a:xfrm>
          <a:prstGeom prst="roundRect">
            <a:avLst>
              <a:gd name="adj" fmla="val 22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410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1단계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직원용 가이드봇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무료~저가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2461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고객 노출 없이 위험 낮음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직원이 먼저 효과 체감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지식 DB를 실전에서 검증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[1] 채널톡 ALF v2 공지(상담 참여당 500원, VAT 별도). 전화 비중이 계속 높으면 센터플로우 음성봇 검토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기대 효과: 대기업 사례보다 낮게 잡은 목표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0312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지표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현재 [체감]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목표 (파일럿)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안내형 문의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75%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일부를 AI가 완결 (실측 후 설정)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업무시간 외 직원 응대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주 약 20회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절반 이하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불필요 출동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발생 (미측정)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출동 전 체크로 감소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사람 연결 후 재설명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전달 과정에서 반복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고객 만족도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측정 필요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하락 없음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23444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417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약 75%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안내만으로 해결되는 문의 = AI 1차 안내 대상 [체감]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38160" y="342900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감축 아닌 재배치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직원은 출동 판단·예외 상황·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불만 응대·지식 DB 관리에 집중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절감 시간·금액은 체감값만으로 계산하지 않고 2주 실측 후 산정. 근거: KT 보이스봇 완결 약 75%, LG전자 불필요 출장 32~37% 감소, 시민 87.5% 사람 상담 선호(한국노총 2026.1)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로드맵·리스크: 단계별 KPI 달성 시에만 확대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737360" y="1783080"/>
            <a:ext cx="87782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2주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9344" y="1655064"/>
            <a:ext cx="256032" cy="2560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0단계 사전 측정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실측 기준값 확정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1개월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35424" y="16550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1단계 직원용 가이드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직원 사용률 · 오안내 0건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2~3개월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61504" y="1655064"/>
            <a:ext cx="256032" cy="2560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2단계 카카오톡 파일럿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업무시간 외 직원 응대 절반 이하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4개월~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387584" y="1655064"/>
            <a:ext cx="256032" cy="2560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3단계 확대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불필요 출동 감소 · 만족도 유지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오안내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617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지식 DB 순서만 안내,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안전 증상은 즉시 사람 연결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60420" y="342900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890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8902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전화 선호 고객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58902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89020" y="4617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전화 채널 유지,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사람 연결 버튼 상시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342900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지식 DB 관리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617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담당자 지정,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새 증상·장비 계속 추가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83980" y="342900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125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21258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개인정보·법규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92125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212580" y="4617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처리위탁 고지,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"AI 상담" 안내 표시[1]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[1] AI 기본법 2026.1.22 시행, 생성형 AI 사전 고지 의무 (SK AX 인사이트 2026.3.6)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결론 및 요청: 직원용 가이드 시범 운영 승인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2주 사전 측정 후, 증상 5가지 직원용 가이드봇 1개월 시범 운영을 승인해 주십시오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필요 자원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2주 측정 협조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전 직원 문의 건수·증상·해결 여부 기록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20" y="23774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90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지식 DB 작성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890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현장 직원이</a:t>
            </a:r>
            <a:br>
              <a:rPr lang="en-US" sz="1300" dirty="0">
                <a:solidFill>
                  <a:schemeClr val="accent3"/>
                </a:solidFill>
              </a:rPr>
            </a:br>
            <a:r>
              <a:rPr lang="en-US" sz="1300" dirty="0">
                <a:solidFill>
                  <a:schemeClr val="accent3"/>
                </a:solidFill>
              </a:rPr>
              <a:t>증상별 조치 순서 정리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3774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가이드봇 제작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노코드 빌더, 무료~저가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83980" y="23774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258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개인정보 검토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21258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카카오톡 챗봇 단계 전</a:t>
            </a:r>
            <a:br>
              <a:rPr lang="en-US" sz="1300" dirty="0">
                <a:solidFill>
                  <a:schemeClr val="accent3"/>
                </a:solidFill>
              </a:rPr>
            </a:br>
            <a:r>
              <a:rPr lang="en-US" sz="1300" dirty="0">
                <a:solidFill>
                  <a:schemeClr val="accent3"/>
                </a:solidFill>
              </a:rPr>
              <a:t>처리위탁 확인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시범 운영 성공 기준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80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0건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오안내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60420" y="438912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60420" y="4480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매일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3360420" y="5166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직원 사용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438912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4480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0회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5166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연결 후 재설명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83980" y="438912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83980" y="4480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1/2↓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8983980" y="5166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업무시간 외 직원 응대 (2단계)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Service">
  <a:themeElements>
    <a:clrScheme name="Navy Service">
      <a:dk1>
        <a:srgbClr val="1F2937"/>
      </a:dk1>
      <a:lt1>
        <a:srgbClr val="FFFFFF"/>
      </a:lt1>
      <a:dk2>
        <a:srgbClr val="1F3864"/>
      </a:dk2>
      <a:lt2>
        <a:srgbClr val="F3F4F6"/>
      </a:lt2>
      <a:accent1>
        <a:srgbClr val="1F3864"/>
      </a:accent1>
      <a:accent2>
        <a:srgbClr val="DCE3F0"/>
      </a:accent2>
      <a:accent3>
        <a:srgbClr val="6B7280"/>
      </a:accent3>
      <a:accent4>
        <a:srgbClr val="D1D5DB"/>
      </a:accent4>
      <a:accent5>
        <a:srgbClr val="2E5597"/>
      </a:accent5>
      <a:accent6>
        <a:srgbClr val="B45309"/>
      </a:accent6>
      <a:hlink>
        <a:srgbClr val="2E5597"/>
      </a:hlink>
      <a:folHlink>
        <a:srgbClr val="6B7280"/>
      </a:folHlink>
    </a:clrScheme>
    <a:fontScheme name="Navy Serv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고장 문의 1차 안내 AI 도입 제안</dc:title>
  <dc:subject>PptxGenJS Presentation</dc:subject>
  <dc:creator>PptxGenJS</dc:creator>
  <cp:lastModifiedBy>PptxGenJS</cp:lastModifiedBy>
  <cp:revision>1</cp:revision>
  <dcterms:created xsi:type="dcterms:W3CDTF">2026-10-26T08:02:47Z</dcterms:created>
  <dcterms:modified xsi:type="dcterms:W3CDTF">2026-10-26T08:02:47Z</dcterms:modified>
</cp:coreProperties>
</file>